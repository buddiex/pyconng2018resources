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_rels/presentation.xml.rels" ContentType="application/vnd.openxmlformats-package.relationships+xml"/>
  <Override PartName="/ppt/media/image8.jpeg" ContentType="image/jpeg"/>
  <Override PartName="/ppt/media/image7.jpeg" ContentType="image/jpeg"/>
  <Override PartName="/ppt/media/image2.png" ContentType="image/png"/>
  <Override PartName="/ppt/media/image6.jpeg" ContentType="image/jpeg"/>
  <Override PartName="/ppt/media/image1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3.xml" ContentType="application/vnd.openxmlformats-officedocument.presentationml.slide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2.xml.rels" ContentType="application/vnd.openxmlformats-package.relationships+xml"/>
  <Override PartName="/ppt/slides/_rels/slide9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0080625" cy="7559675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3280" y="300240"/>
            <a:ext cx="9071280" cy="1261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586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3280" y="1767240"/>
            <a:ext cx="9071280" cy="438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3280" y="300240"/>
            <a:ext cx="9071280" cy="1261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586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03280" y="1767240"/>
            <a:ext cx="907128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426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3280" y="300240"/>
            <a:ext cx="9071280" cy="1261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586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03280" y="1767240"/>
            <a:ext cx="442656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426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5151600" y="1767240"/>
            <a:ext cx="442656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426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3280" y="300240"/>
            <a:ext cx="9071280" cy="1261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586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3280" y="300240"/>
            <a:ext cx="9071280" cy="58485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3280" y="300240"/>
            <a:ext cx="9071280" cy="1261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586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03280" y="1767240"/>
            <a:ext cx="442656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426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5151600" y="1767240"/>
            <a:ext cx="442656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426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503280" y="4057560"/>
            <a:ext cx="442656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426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3280" y="300240"/>
            <a:ext cx="9071280" cy="1261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586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503280" y="1767240"/>
            <a:ext cx="442656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426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5151600" y="1767240"/>
            <a:ext cx="442656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426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5151600" y="4057560"/>
            <a:ext cx="442656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426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3280" y="300240"/>
            <a:ext cx="9071280" cy="1261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586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503280" y="1767240"/>
            <a:ext cx="442656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426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5151600" y="1767240"/>
            <a:ext cx="442656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426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503280" y="4057560"/>
            <a:ext cx="907128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426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3280" y="300240"/>
            <a:ext cx="9071280" cy="1261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586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03280" y="1767240"/>
            <a:ext cx="907128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426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03280" y="4057560"/>
            <a:ext cx="907128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426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3280" y="300240"/>
            <a:ext cx="9071280" cy="1261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586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503280" y="1767240"/>
            <a:ext cx="442656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426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5151600" y="1767240"/>
            <a:ext cx="442656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426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503280" y="4057560"/>
            <a:ext cx="442656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426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5151600" y="4057560"/>
            <a:ext cx="442656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426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3280" y="300240"/>
            <a:ext cx="9071280" cy="1261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586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503280" y="1767240"/>
            <a:ext cx="292068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426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3570480" y="1767240"/>
            <a:ext cx="292068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426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6637320" y="1767240"/>
            <a:ext cx="292068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426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503280" y="4057560"/>
            <a:ext cx="292068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426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3570480" y="4057560"/>
            <a:ext cx="292068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426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6637320" y="4057560"/>
            <a:ext cx="292068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426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3280" y="300240"/>
            <a:ext cx="9071280" cy="1261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r>
              <a:rPr b="0" lang="en-GB" sz="5860" spc="-1" strike="noStrike">
                <a:latin typeface="Arial"/>
              </a:rPr>
              <a:t>Click to edit the title text </a:t>
            </a:r>
            <a:r>
              <a:rPr b="0" lang="en-GB" sz="5860" spc="-1" strike="noStrike">
                <a:latin typeface="Arial"/>
              </a:rPr>
              <a:t>format</a:t>
            </a:r>
            <a:endParaRPr b="0" lang="en-GB" sz="586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3280" y="1767240"/>
            <a:ext cx="907128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8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4260" spc="-1" strike="noStrike">
                <a:latin typeface="Arial"/>
              </a:rPr>
              <a:t>Cli</a:t>
            </a:r>
            <a:r>
              <a:rPr b="0" lang="en-GB" sz="4260" spc="-1" strike="noStrike">
                <a:latin typeface="Arial"/>
              </a:rPr>
              <a:t>ck </a:t>
            </a:r>
            <a:r>
              <a:rPr b="0" lang="en-GB" sz="4260" spc="-1" strike="noStrike">
                <a:latin typeface="Arial"/>
              </a:rPr>
              <a:t>to </a:t>
            </a:r>
            <a:r>
              <a:rPr b="0" lang="en-GB" sz="4260" spc="-1" strike="noStrike">
                <a:latin typeface="Arial"/>
              </a:rPr>
              <a:t>edi</a:t>
            </a:r>
            <a:r>
              <a:rPr b="0" lang="en-GB" sz="4260" spc="-1" strike="noStrike">
                <a:latin typeface="Arial"/>
              </a:rPr>
              <a:t>t </a:t>
            </a:r>
            <a:r>
              <a:rPr b="0" lang="en-GB" sz="4260" spc="-1" strike="noStrike">
                <a:latin typeface="Arial"/>
              </a:rPr>
              <a:t>the </a:t>
            </a:r>
            <a:r>
              <a:rPr b="0" lang="en-GB" sz="4260" spc="-1" strike="noStrike">
                <a:latin typeface="Arial"/>
              </a:rPr>
              <a:t>out</a:t>
            </a:r>
            <a:r>
              <a:rPr b="0" lang="en-GB" sz="4260" spc="-1" strike="noStrike">
                <a:latin typeface="Arial"/>
              </a:rPr>
              <a:t>lin</a:t>
            </a:r>
            <a:r>
              <a:rPr b="0" lang="en-GB" sz="4260" spc="-1" strike="noStrike">
                <a:latin typeface="Arial"/>
              </a:rPr>
              <a:t>e </a:t>
            </a:r>
            <a:r>
              <a:rPr b="0" lang="en-GB" sz="4260" spc="-1" strike="noStrike">
                <a:latin typeface="Arial"/>
              </a:rPr>
              <a:t>tex</a:t>
            </a:r>
            <a:r>
              <a:rPr b="0" lang="en-GB" sz="4260" spc="-1" strike="noStrike">
                <a:latin typeface="Arial"/>
              </a:rPr>
              <a:t>t </a:t>
            </a:r>
            <a:r>
              <a:rPr b="0" lang="en-GB" sz="4260" spc="-1" strike="noStrike">
                <a:latin typeface="Arial"/>
              </a:rPr>
              <a:t>for</a:t>
            </a:r>
            <a:r>
              <a:rPr b="0" lang="en-GB" sz="4260" spc="-1" strike="noStrike">
                <a:latin typeface="Arial"/>
              </a:rPr>
              <a:t>ma</a:t>
            </a:r>
            <a:r>
              <a:rPr b="0" lang="en-GB" sz="4260" spc="-1" strike="noStrike">
                <a:latin typeface="Arial"/>
              </a:rPr>
              <a:t>t</a:t>
            </a:r>
            <a:endParaRPr b="0" lang="en-GB" sz="4260" spc="-1" strike="noStrike">
              <a:latin typeface="Arial"/>
            </a:endParaRPr>
          </a:p>
          <a:p>
            <a:pPr lvl="1" marL="864000" indent="-324000">
              <a:spcBef>
                <a:spcPts val="149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3720" spc="-1" strike="noStrike">
                <a:latin typeface="Arial"/>
              </a:rPr>
              <a:t>S</a:t>
            </a:r>
            <a:r>
              <a:rPr b="0" lang="en-GB" sz="3720" spc="-1" strike="noStrike">
                <a:latin typeface="Arial"/>
              </a:rPr>
              <a:t>e</a:t>
            </a:r>
            <a:r>
              <a:rPr b="0" lang="en-GB" sz="3720" spc="-1" strike="noStrike">
                <a:latin typeface="Arial"/>
              </a:rPr>
              <a:t>c</a:t>
            </a:r>
            <a:r>
              <a:rPr b="0" lang="en-GB" sz="3720" spc="-1" strike="noStrike">
                <a:latin typeface="Arial"/>
              </a:rPr>
              <a:t>o</a:t>
            </a:r>
            <a:r>
              <a:rPr b="0" lang="en-GB" sz="3720" spc="-1" strike="noStrike">
                <a:latin typeface="Arial"/>
              </a:rPr>
              <a:t>n</a:t>
            </a:r>
            <a:r>
              <a:rPr b="0" lang="en-GB" sz="3720" spc="-1" strike="noStrike">
                <a:latin typeface="Arial"/>
              </a:rPr>
              <a:t>d </a:t>
            </a:r>
            <a:r>
              <a:rPr b="0" lang="en-GB" sz="3720" spc="-1" strike="noStrike">
                <a:latin typeface="Arial"/>
              </a:rPr>
              <a:t>O</a:t>
            </a:r>
            <a:r>
              <a:rPr b="0" lang="en-GB" sz="3720" spc="-1" strike="noStrike">
                <a:latin typeface="Arial"/>
              </a:rPr>
              <a:t>u</a:t>
            </a:r>
            <a:r>
              <a:rPr b="0" lang="en-GB" sz="3720" spc="-1" strike="noStrike">
                <a:latin typeface="Arial"/>
              </a:rPr>
              <a:t>tli</a:t>
            </a:r>
            <a:r>
              <a:rPr b="0" lang="en-GB" sz="3720" spc="-1" strike="noStrike">
                <a:latin typeface="Arial"/>
              </a:rPr>
              <a:t>n</a:t>
            </a:r>
            <a:r>
              <a:rPr b="0" lang="en-GB" sz="3720" spc="-1" strike="noStrike">
                <a:latin typeface="Arial"/>
              </a:rPr>
              <a:t>e </a:t>
            </a:r>
            <a:r>
              <a:rPr b="0" lang="en-GB" sz="3720" spc="-1" strike="noStrike">
                <a:latin typeface="Arial"/>
              </a:rPr>
              <a:t>L</a:t>
            </a:r>
            <a:r>
              <a:rPr b="0" lang="en-GB" sz="3720" spc="-1" strike="noStrike">
                <a:latin typeface="Arial"/>
              </a:rPr>
              <a:t>e</a:t>
            </a:r>
            <a:r>
              <a:rPr b="0" lang="en-GB" sz="3720" spc="-1" strike="noStrike">
                <a:latin typeface="Arial"/>
              </a:rPr>
              <a:t>v</a:t>
            </a:r>
            <a:r>
              <a:rPr b="0" lang="en-GB" sz="3720" spc="-1" strike="noStrike">
                <a:latin typeface="Arial"/>
              </a:rPr>
              <a:t>el</a:t>
            </a:r>
            <a:endParaRPr b="0" lang="en-GB" sz="3720" spc="-1" strike="noStrike">
              <a:latin typeface="Arial"/>
            </a:endParaRPr>
          </a:p>
          <a:p>
            <a:pPr lvl="2" marL="1296000" indent="-288000">
              <a:spcBef>
                <a:spcPts val="11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190" spc="-1" strike="noStrike">
                <a:latin typeface="Arial"/>
              </a:rPr>
              <a:t>T</a:t>
            </a:r>
            <a:r>
              <a:rPr b="0" lang="en-GB" sz="3190" spc="-1" strike="noStrike">
                <a:latin typeface="Arial"/>
              </a:rPr>
              <a:t>h</a:t>
            </a:r>
            <a:r>
              <a:rPr b="0" lang="en-GB" sz="3190" spc="-1" strike="noStrike">
                <a:latin typeface="Arial"/>
              </a:rPr>
              <a:t>i</a:t>
            </a:r>
            <a:r>
              <a:rPr b="0" lang="en-GB" sz="3190" spc="-1" strike="noStrike">
                <a:latin typeface="Arial"/>
              </a:rPr>
              <a:t>r</a:t>
            </a:r>
            <a:r>
              <a:rPr b="0" lang="en-GB" sz="3190" spc="-1" strike="noStrike">
                <a:latin typeface="Arial"/>
              </a:rPr>
              <a:t>d</a:t>
            </a:r>
            <a:r>
              <a:rPr b="0" lang="en-GB" sz="3190" spc="-1" strike="noStrike">
                <a:latin typeface="Arial"/>
              </a:rPr>
              <a:t> </a:t>
            </a:r>
            <a:r>
              <a:rPr b="0" lang="en-GB" sz="3190" spc="-1" strike="noStrike">
                <a:latin typeface="Arial"/>
              </a:rPr>
              <a:t>O</a:t>
            </a:r>
            <a:r>
              <a:rPr b="0" lang="en-GB" sz="3190" spc="-1" strike="noStrike">
                <a:latin typeface="Arial"/>
              </a:rPr>
              <a:t>u</a:t>
            </a:r>
            <a:r>
              <a:rPr b="0" lang="en-GB" sz="3190" spc="-1" strike="noStrike">
                <a:latin typeface="Arial"/>
              </a:rPr>
              <a:t>t</a:t>
            </a:r>
            <a:r>
              <a:rPr b="0" lang="en-GB" sz="3190" spc="-1" strike="noStrike">
                <a:latin typeface="Arial"/>
              </a:rPr>
              <a:t>l</a:t>
            </a:r>
            <a:r>
              <a:rPr b="0" lang="en-GB" sz="3190" spc="-1" strike="noStrike">
                <a:latin typeface="Arial"/>
              </a:rPr>
              <a:t>i</a:t>
            </a:r>
            <a:r>
              <a:rPr b="0" lang="en-GB" sz="3190" spc="-1" strike="noStrike">
                <a:latin typeface="Arial"/>
              </a:rPr>
              <a:t>n</a:t>
            </a:r>
            <a:r>
              <a:rPr b="0" lang="en-GB" sz="3190" spc="-1" strike="noStrike">
                <a:latin typeface="Arial"/>
              </a:rPr>
              <a:t>e</a:t>
            </a:r>
            <a:r>
              <a:rPr b="0" lang="en-GB" sz="3190" spc="-1" strike="noStrike">
                <a:latin typeface="Arial"/>
              </a:rPr>
              <a:t> </a:t>
            </a:r>
            <a:r>
              <a:rPr b="0" lang="en-GB" sz="3190" spc="-1" strike="noStrike">
                <a:latin typeface="Arial"/>
              </a:rPr>
              <a:t>L</a:t>
            </a:r>
            <a:r>
              <a:rPr b="0" lang="en-GB" sz="3190" spc="-1" strike="noStrike">
                <a:latin typeface="Arial"/>
              </a:rPr>
              <a:t>e</a:t>
            </a:r>
            <a:r>
              <a:rPr b="0" lang="en-GB" sz="3190" spc="-1" strike="noStrike">
                <a:latin typeface="Arial"/>
              </a:rPr>
              <a:t>v</a:t>
            </a:r>
            <a:r>
              <a:rPr b="0" lang="en-GB" sz="3190" spc="-1" strike="noStrike">
                <a:latin typeface="Arial"/>
              </a:rPr>
              <a:t>e</a:t>
            </a:r>
            <a:r>
              <a:rPr b="0" lang="en-GB" sz="3190" spc="-1" strike="noStrike">
                <a:latin typeface="Arial"/>
              </a:rPr>
              <a:t>l</a:t>
            </a:r>
            <a:endParaRPr b="0" lang="en-GB" sz="3190" spc="-1" strike="noStrike">
              <a:latin typeface="Arial"/>
            </a:endParaRPr>
          </a:p>
          <a:p>
            <a:pPr lvl="3" marL="1728000" indent="-216000">
              <a:spcBef>
                <a:spcPts val="74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660" spc="-1" strike="noStrike">
                <a:latin typeface="Arial"/>
              </a:rPr>
              <a:t>F</a:t>
            </a:r>
            <a:r>
              <a:rPr b="0" lang="en-GB" sz="2660" spc="-1" strike="noStrike">
                <a:latin typeface="Arial"/>
              </a:rPr>
              <a:t>o</a:t>
            </a:r>
            <a:r>
              <a:rPr b="0" lang="en-GB" sz="2660" spc="-1" strike="noStrike">
                <a:latin typeface="Arial"/>
              </a:rPr>
              <a:t>u</a:t>
            </a:r>
            <a:r>
              <a:rPr b="0" lang="en-GB" sz="2660" spc="-1" strike="noStrike">
                <a:latin typeface="Arial"/>
              </a:rPr>
              <a:t>r</a:t>
            </a:r>
            <a:r>
              <a:rPr b="0" lang="en-GB" sz="2660" spc="-1" strike="noStrike">
                <a:latin typeface="Arial"/>
              </a:rPr>
              <a:t>t</a:t>
            </a:r>
            <a:r>
              <a:rPr b="0" lang="en-GB" sz="2660" spc="-1" strike="noStrike">
                <a:latin typeface="Arial"/>
              </a:rPr>
              <a:t>h</a:t>
            </a:r>
            <a:r>
              <a:rPr b="0" lang="en-GB" sz="2660" spc="-1" strike="noStrike">
                <a:latin typeface="Arial"/>
              </a:rPr>
              <a:t> </a:t>
            </a:r>
            <a:r>
              <a:rPr b="0" lang="en-GB" sz="2660" spc="-1" strike="noStrike">
                <a:latin typeface="Arial"/>
              </a:rPr>
              <a:t>O</a:t>
            </a:r>
            <a:r>
              <a:rPr b="0" lang="en-GB" sz="2660" spc="-1" strike="noStrike">
                <a:latin typeface="Arial"/>
              </a:rPr>
              <a:t>u</a:t>
            </a:r>
            <a:r>
              <a:rPr b="0" lang="en-GB" sz="2660" spc="-1" strike="noStrike">
                <a:latin typeface="Arial"/>
              </a:rPr>
              <a:t>t</a:t>
            </a:r>
            <a:r>
              <a:rPr b="0" lang="en-GB" sz="2660" spc="-1" strike="noStrike">
                <a:latin typeface="Arial"/>
              </a:rPr>
              <a:t>l</a:t>
            </a:r>
            <a:r>
              <a:rPr b="0" lang="en-GB" sz="2660" spc="-1" strike="noStrike">
                <a:latin typeface="Arial"/>
              </a:rPr>
              <a:t>i</a:t>
            </a:r>
            <a:r>
              <a:rPr b="0" lang="en-GB" sz="2660" spc="-1" strike="noStrike">
                <a:latin typeface="Arial"/>
              </a:rPr>
              <a:t>n</a:t>
            </a:r>
            <a:r>
              <a:rPr b="0" lang="en-GB" sz="2660" spc="-1" strike="noStrike">
                <a:latin typeface="Arial"/>
              </a:rPr>
              <a:t>e</a:t>
            </a:r>
            <a:r>
              <a:rPr b="0" lang="en-GB" sz="2660" spc="-1" strike="noStrike">
                <a:latin typeface="Arial"/>
              </a:rPr>
              <a:t> </a:t>
            </a:r>
            <a:r>
              <a:rPr b="0" lang="en-GB" sz="2660" spc="-1" strike="noStrike">
                <a:latin typeface="Arial"/>
              </a:rPr>
              <a:t>L</a:t>
            </a:r>
            <a:r>
              <a:rPr b="0" lang="en-GB" sz="2660" spc="-1" strike="noStrike">
                <a:latin typeface="Arial"/>
              </a:rPr>
              <a:t>e</a:t>
            </a:r>
            <a:r>
              <a:rPr b="0" lang="en-GB" sz="2660" spc="-1" strike="noStrike">
                <a:latin typeface="Arial"/>
              </a:rPr>
              <a:t>v</a:t>
            </a:r>
            <a:r>
              <a:rPr b="0" lang="en-GB" sz="2660" spc="-1" strike="noStrike">
                <a:latin typeface="Arial"/>
              </a:rPr>
              <a:t>e</a:t>
            </a:r>
            <a:r>
              <a:rPr b="0" lang="en-GB" sz="2660" spc="-1" strike="noStrike">
                <a:latin typeface="Arial"/>
              </a:rPr>
              <a:t>l</a:t>
            </a:r>
            <a:endParaRPr b="0" lang="en-GB" sz="2660" spc="-1" strike="noStrike">
              <a:latin typeface="Arial"/>
            </a:endParaRPr>
          </a:p>
          <a:p>
            <a:pPr lvl="4" marL="2160000" indent="-216000">
              <a:spcBef>
                <a:spcPts val="36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660" spc="-1" strike="noStrike">
                <a:latin typeface="Arial"/>
              </a:rPr>
              <a:t>F</a:t>
            </a:r>
            <a:r>
              <a:rPr b="0" lang="en-GB" sz="2660" spc="-1" strike="noStrike">
                <a:latin typeface="Arial"/>
              </a:rPr>
              <a:t>i</a:t>
            </a:r>
            <a:r>
              <a:rPr b="0" lang="en-GB" sz="2660" spc="-1" strike="noStrike">
                <a:latin typeface="Arial"/>
              </a:rPr>
              <a:t>f</a:t>
            </a:r>
            <a:r>
              <a:rPr b="0" lang="en-GB" sz="2660" spc="-1" strike="noStrike">
                <a:latin typeface="Arial"/>
              </a:rPr>
              <a:t>t</a:t>
            </a:r>
            <a:r>
              <a:rPr b="0" lang="en-GB" sz="2660" spc="-1" strike="noStrike">
                <a:latin typeface="Arial"/>
              </a:rPr>
              <a:t>h</a:t>
            </a:r>
            <a:r>
              <a:rPr b="0" lang="en-GB" sz="2660" spc="-1" strike="noStrike">
                <a:latin typeface="Arial"/>
              </a:rPr>
              <a:t> </a:t>
            </a:r>
            <a:r>
              <a:rPr b="0" lang="en-GB" sz="2660" spc="-1" strike="noStrike">
                <a:latin typeface="Arial"/>
              </a:rPr>
              <a:t>O</a:t>
            </a:r>
            <a:r>
              <a:rPr b="0" lang="en-GB" sz="2660" spc="-1" strike="noStrike">
                <a:latin typeface="Arial"/>
              </a:rPr>
              <a:t>u</a:t>
            </a:r>
            <a:r>
              <a:rPr b="0" lang="en-GB" sz="2660" spc="-1" strike="noStrike">
                <a:latin typeface="Arial"/>
              </a:rPr>
              <a:t>t</a:t>
            </a:r>
            <a:r>
              <a:rPr b="0" lang="en-GB" sz="2660" spc="-1" strike="noStrike">
                <a:latin typeface="Arial"/>
              </a:rPr>
              <a:t>l</a:t>
            </a:r>
            <a:r>
              <a:rPr b="0" lang="en-GB" sz="2660" spc="-1" strike="noStrike">
                <a:latin typeface="Arial"/>
              </a:rPr>
              <a:t>i</a:t>
            </a:r>
            <a:r>
              <a:rPr b="0" lang="en-GB" sz="2660" spc="-1" strike="noStrike">
                <a:latin typeface="Arial"/>
              </a:rPr>
              <a:t>n</a:t>
            </a:r>
            <a:r>
              <a:rPr b="0" lang="en-GB" sz="2660" spc="-1" strike="noStrike">
                <a:latin typeface="Arial"/>
              </a:rPr>
              <a:t>e</a:t>
            </a:r>
            <a:r>
              <a:rPr b="0" lang="en-GB" sz="2660" spc="-1" strike="noStrike">
                <a:latin typeface="Arial"/>
              </a:rPr>
              <a:t> </a:t>
            </a:r>
            <a:r>
              <a:rPr b="0" lang="en-GB" sz="2660" spc="-1" strike="noStrike">
                <a:latin typeface="Arial"/>
              </a:rPr>
              <a:t>L</a:t>
            </a:r>
            <a:r>
              <a:rPr b="0" lang="en-GB" sz="2660" spc="-1" strike="noStrike">
                <a:latin typeface="Arial"/>
              </a:rPr>
              <a:t>e</a:t>
            </a:r>
            <a:r>
              <a:rPr b="0" lang="en-GB" sz="2660" spc="-1" strike="noStrike">
                <a:latin typeface="Arial"/>
              </a:rPr>
              <a:t>v</a:t>
            </a:r>
            <a:r>
              <a:rPr b="0" lang="en-GB" sz="2660" spc="-1" strike="noStrike">
                <a:latin typeface="Arial"/>
              </a:rPr>
              <a:t>e</a:t>
            </a:r>
            <a:r>
              <a:rPr b="0" lang="en-GB" sz="2660" spc="-1" strike="noStrike">
                <a:latin typeface="Arial"/>
              </a:rPr>
              <a:t>l</a:t>
            </a:r>
            <a:endParaRPr b="0" lang="en-GB" sz="2660" spc="-1" strike="noStrike">
              <a:latin typeface="Arial"/>
            </a:endParaRPr>
          </a:p>
          <a:p>
            <a:pPr lvl="5" marL="2592000" indent="-216000">
              <a:spcBef>
                <a:spcPts val="36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660" spc="-1" strike="noStrike">
                <a:latin typeface="Arial"/>
              </a:rPr>
              <a:t>S</a:t>
            </a:r>
            <a:r>
              <a:rPr b="0" lang="en-GB" sz="2660" spc="-1" strike="noStrike">
                <a:latin typeface="Arial"/>
              </a:rPr>
              <a:t>i</a:t>
            </a:r>
            <a:r>
              <a:rPr b="0" lang="en-GB" sz="2660" spc="-1" strike="noStrike">
                <a:latin typeface="Arial"/>
              </a:rPr>
              <a:t>x</a:t>
            </a:r>
            <a:r>
              <a:rPr b="0" lang="en-GB" sz="2660" spc="-1" strike="noStrike">
                <a:latin typeface="Arial"/>
              </a:rPr>
              <a:t>t</a:t>
            </a:r>
            <a:r>
              <a:rPr b="0" lang="en-GB" sz="2660" spc="-1" strike="noStrike">
                <a:latin typeface="Arial"/>
              </a:rPr>
              <a:t>h</a:t>
            </a:r>
            <a:r>
              <a:rPr b="0" lang="en-GB" sz="2660" spc="-1" strike="noStrike">
                <a:latin typeface="Arial"/>
              </a:rPr>
              <a:t> </a:t>
            </a:r>
            <a:r>
              <a:rPr b="0" lang="en-GB" sz="2660" spc="-1" strike="noStrike">
                <a:latin typeface="Arial"/>
              </a:rPr>
              <a:t>O</a:t>
            </a:r>
            <a:r>
              <a:rPr b="0" lang="en-GB" sz="2660" spc="-1" strike="noStrike">
                <a:latin typeface="Arial"/>
              </a:rPr>
              <a:t>u</a:t>
            </a:r>
            <a:r>
              <a:rPr b="0" lang="en-GB" sz="2660" spc="-1" strike="noStrike">
                <a:latin typeface="Arial"/>
              </a:rPr>
              <a:t>t</a:t>
            </a:r>
            <a:r>
              <a:rPr b="0" lang="en-GB" sz="2660" spc="-1" strike="noStrike">
                <a:latin typeface="Arial"/>
              </a:rPr>
              <a:t>l</a:t>
            </a:r>
            <a:r>
              <a:rPr b="0" lang="en-GB" sz="2660" spc="-1" strike="noStrike">
                <a:latin typeface="Arial"/>
              </a:rPr>
              <a:t>i</a:t>
            </a:r>
            <a:r>
              <a:rPr b="0" lang="en-GB" sz="2660" spc="-1" strike="noStrike">
                <a:latin typeface="Arial"/>
              </a:rPr>
              <a:t>n</a:t>
            </a:r>
            <a:r>
              <a:rPr b="0" lang="en-GB" sz="2660" spc="-1" strike="noStrike">
                <a:latin typeface="Arial"/>
              </a:rPr>
              <a:t>e</a:t>
            </a:r>
            <a:r>
              <a:rPr b="0" lang="en-GB" sz="2660" spc="-1" strike="noStrike">
                <a:latin typeface="Arial"/>
              </a:rPr>
              <a:t> </a:t>
            </a:r>
            <a:r>
              <a:rPr b="0" lang="en-GB" sz="2660" spc="-1" strike="noStrike">
                <a:latin typeface="Arial"/>
              </a:rPr>
              <a:t>L</a:t>
            </a:r>
            <a:r>
              <a:rPr b="0" lang="en-GB" sz="2660" spc="-1" strike="noStrike">
                <a:latin typeface="Arial"/>
              </a:rPr>
              <a:t>e</a:t>
            </a:r>
            <a:r>
              <a:rPr b="0" lang="en-GB" sz="2660" spc="-1" strike="noStrike">
                <a:latin typeface="Arial"/>
              </a:rPr>
              <a:t>v</a:t>
            </a:r>
            <a:r>
              <a:rPr b="0" lang="en-GB" sz="2660" spc="-1" strike="noStrike">
                <a:latin typeface="Arial"/>
              </a:rPr>
              <a:t>e</a:t>
            </a:r>
            <a:r>
              <a:rPr b="0" lang="en-GB" sz="2660" spc="-1" strike="noStrike">
                <a:latin typeface="Arial"/>
              </a:rPr>
              <a:t>l</a:t>
            </a:r>
            <a:endParaRPr b="0" lang="en-GB" sz="2660" spc="-1" strike="noStrike">
              <a:latin typeface="Arial"/>
            </a:endParaRPr>
          </a:p>
          <a:p>
            <a:pPr lvl="6" marL="3024000" indent="-216000">
              <a:spcBef>
                <a:spcPts val="36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660" spc="-1" strike="noStrike">
                <a:latin typeface="Arial"/>
              </a:rPr>
              <a:t>S</a:t>
            </a:r>
            <a:r>
              <a:rPr b="0" lang="en-GB" sz="2660" spc="-1" strike="noStrike">
                <a:latin typeface="Arial"/>
              </a:rPr>
              <a:t>e</a:t>
            </a:r>
            <a:r>
              <a:rPr b="0" lang="en-GB" sz="2660" spc="-1" strike="noStrike">
                <a:latin typeface="Arial"/>
              </a:rPr>
              <a:t>v</a:t>
            </a:r>
            <a:r>
              <a:rPr b="0" lang="en-GB" sz="2660" spc="-1" strike="noStrike">
                <a:latin typeface="Arial"/>
              </a:rPr>
              <a:t>e</a:t>
            </a:r>
            <a:r>
              <a:rPr b="0" lang="en-GB" sz="2660" spc="-1" strike="noStrike">
                <a:latin typeface="Arial"/>
              </a:rPr>
              <a:t>n</a:t>
            </a:r>
            <a:r>
              <a:rPr b="0" lang="en-GB" sz="2660" spc="-1" strike="noStrike">
                <a:latin typeface="Arial"/>
              </a:rPr>
              <a:t>t</a:t>
            </a:r>
            <a:r>
              <a:rPr b="0" lang="en-GB" sz="2660" spc="-1" strike="noStrike">
                <a:latin typeface="Arial"/>
              </a:rPr>
              <a:t>h</a:t>
            </a:r>
            <a:r>
              <a:rPr b="0" lang="en-GB" sz="2660" spc="-1" strike="noStrike">
                <a:latin typeface="Arial"/>
              </a:rPr>
              <a:t> </a:t>
            </a:r>
            <a:r>
              <a:rPr b="0" lang="en-GB" sz="2660" spc="-1" strike="noStrike">
                <a:latin typeface="Arial"/>
              </a:rPr>
              <a:t>O</a:t>
            </a:r>
            <a:r>
              <a:rPr b="0" lang="en-GB" sz="2660" spc="-1" strike="noStrike">
                <a:latin typeface="Arial"/>
              </a:rPr>
              <a:t>u</a:t>
            </a:r>
            <a:r>
              <a:rPr b="0" lang="en-GB" sz="2660" spc="-1" strike="noStrike">
                <a:latin typeface="Arial"/>
              </a:rPr>
              <a:t>t</a:t>
            </a:r>
            <a:r>
              <a:rPr b="0" lang="en-GB" sz="2660" spc="-1" strike="noStrike">
                <a:latin typeface="Arial"/>
              </a:rPr>
              <a:t>l</a:t>
            </a:r>
            <a:r>
              <a:rPr b="0" lang="en-GB" sz="2660" spc="-1" strike="noStrike">
                <a:latin typeface="Arial"/>
              </a:rPr>
              <a:t>i</a:t>
            </a:r>
            <a:r>
              <a:rPr b="0" lang="en-GB" sz="2660" spc="-1" strike="noStrike">
                <a:latin typeface="Arial"/>
              </a:rPr>
              <a:t>n</a:t>
            </a:r>
            <a:r>
              <a:rPr b="0" lang="en-GB" sz="2660" spc="-1" strike="noStrike">
                <a:latin typeface="Arial"/>
              </a:rPr>
              <a:t>e</a:t>
            </a:r>
            <a:r>
              <a:rPr b="0" lang="en-GB" sz="2660" spc="-1" strike="noStrike">
                <a:latin typeface="Arial"/>
              </a:rPr>
              <a:t> </a:t>
            </a:r>
            <a:r>
              <a:rPr b="0" lang="en-GB" sz="2660" spc="-1" strike="noStrike">
                <a:latin typeface="Arial"/>
              </a:rPr>
              <a:t>L</a:t>
            </a:r>
            <a:r>
              <a:rPr b="0" lang="en-GB" sz="2660" spc="-1" strike="noStrike">
                <a:latin typeface="Arial"/>
              </a:rPr>
              <a:t>e</a:t>
            </a:r>
            <a:r>
              <a:rPr b="0" lang="en-GB" sz="2660" spc="-1" strike="noStrike">
                <a:latin typeface="Arial"/>
              </a:rPr>
              <a:t>v</a:t>
            </a:r>
            <a:r>
              <a:rPr b="0" lang="en-GB" sz="2660" spc="-1" strike="noStrike">
                <a:latin typeface="Arial"/>
              </a:rPr>
              <a:t>e</a:t>
            </a:r>
            <a:r>
              <a:rPr b="0" lang="en-GB" sz="2660" spc="-1" strike="noStrike">
                <a:latin typeface="Arial"/>
              </a:rPr>
              <a:t>l</a:t>
            </a:r>
            <a:endParaRPr b="0" lang="en-GB" sz="266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/>
          </p:nvPr>
        </p:nvSpPr>
        <p:spPr>
          <a:xfrm>
            <a:off x="503280" y="6885000"/>
            <a:ext cx="2348280" cy="520920"/>
          </a:xfrm>
          <a:prstGeom prst="rect">
            <a:avLst/>
          </a:prstGeom>
        </p:spPr>
        <p:txBody>
          <a:bodyPr lIns="0" rIns="0" tIns="0" bIns="0"/>
          <a:p>
            <a:r>
              <a:rPr b="0" lang="en-GB" sz="1400" spc="-1" strike="noStrike">
                <a:latin typeface="Times New Roman"/>
              </a:rPr>
              <a:t>&lt;date/time&gt;</a:t>
            </a:r>
            <a:endParaRPr b="0" lang="en-GB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/>
          </p:nvPr>
        </p:nvSpPr>
        <p:spPr>
          <a:xfrm>
            <a:off x="3446280" y="6885360"/>
            <a:ext cx="3195000" cy="520560"/>
          </a:xfrm>
          <a:prstGeom prst="rect">
            <a:avLst/>
          </a:prstGeom>
        </p:spPr>
        <p:txBody>
          <a:bodyPr lIns="0" rIns="0" tIns="0" bIns="0"/>
          <a:p>
            <a:pPr algn="ctr"/>
            <a:r>
              <a:rPr b="0" lang="en-GB" sz="1400" spc="-1" strike="noStrike">
                <a:latin typeface="Times New Roman"/>
              </a:rPr>
              <a:t>&lt;footer&gt;</a:t>
            </a:r>
            <a:endParaRPr b="0" lang="en-GB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/>
          </p:nvPr>
        </p:nvSpPr>
        <p:spPr>
          <a:xfrm>
            <a:off x="7226280" y="6885000"/>
            <a:ext cx="2348280" cy="520920"/>
          </a:xfrm>
          <a:prstGeom prst="rect">
            <a:avLst/>
          </a:prstGeom>
        </p:spPr>
        <p:txBody>
          <a:bodyPr lIns="0" rIns="0" tIns="0" bIns="0"/>
          <a:p>
            <a:pPr algn="r"/>
            <a:fld id="{1A011012-7676-4264-A802-512D8437A602}" type="slidenum">
              <a:rPr b="0" lang="en-GB" sz="1400" spc="-1" strike="noStrike">
                <a:latin typeface="Times New Roman"/>
              </a:rPr>
              <a:t>&lt;number&gt;</a:t>
            </a:fld>
            <a:endParaRPr b="0" lang="en-GB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6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10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6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Shape 1"/>
          <p:cNvSpPr txBox="1"/>
          <p:nvPr/>
        </p:nvSpPr>
        <p:spPr>
          <a:xfrm>
            <a:off x="503280" y="255600"/>
            <a:ext cx="9071280" cy="13510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n-GB" sz="5860" spc="-1" strike="noStrike">
                <a:solidFill>
                  <a:srgbClr val="1c3687"/>
                </a:solidFill>
                <a:latin typeface="Times New Roman"/>
              </a:rPr>
              <a:t>Impact of Technology in Agriculture</a:t>
            </a:r>
            <a:endParaRPr b="0" lang="en-GB" sz="5860" spc="-1" strike="noStrike">
              <a:latin typeface="Arial"/>
            </a:endParaRPr>
          </a:p>
        </p:txBody>
      </p:sp>
      <p:pic>
        <p:nvPicPr>
          <p:cNvPr id="42" name="" descr=""/>
          <p:cNvPicPr/>
          <p:nvPr/>
        </p:nvPicPr>
        <p:blipFill>
          <a:blip r:embed="rId1">
            <a:alphaModFix amt="90000"/>
          </a:blip>
          <a:stretch/>
        </p:blipFill>
        <p:spPr>
          <a:xfrm>
            <a:off x="503280" y="1656000"/>
            <a:ext cx="9071280" cy="4966560"/>
          </a:xfrm>
          <a:prstGeom prst="rect">
            <a:avLst/>
          </a:prstGeom>
          <a:ln>
            <a:noFill/>
          </a:ln>
        </p:spPr>
      </p:pic>
      <p:sp>
        <p:nvSpPr>
          <p:cNvPr id="43" name="TextShape 2"/>
          <p:cNvSpPr txBox="1"/>
          <p:nvPr/>
        </p:nvSpPr>
        <p:spPr>
          <a:xfrm>
            <a:off x="7199280" y="5587200"/>
            <a:ext cx="2376360" cy="30495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just"/>
            <a:r>
              <a:rPr b="0" lang="en-GB" sz="2600" spc="-1" strike="noStrike">
                <a:solidFill>
                  <a:srgbClr val="182f7c"/>
                </a:solidFill>
                <a:latin typeface="Chilanka"/>
                <a:ea typeface="Noto Sans CJK SC Regular"/>
              </a:rPr>
              <a:t>Eniola </a:t>
            </a:r>
            <a:r>
              <a:rPr b="0" lang="en-GB" sz="2600" spc="-1" strike="noStrike">
                <a:solidFill>
                  <a:srgbClr val="182f7c"/>
                </a:solidFill>
                <a:latin typeface="Chilanka"/>
              </a:rPr>
              <a:t>Ladipo</a:t>
            </a:r>
            <a:endParaRPr b="0" lang="en-GB" sz="2600" spc="-1" strike="noStrike">
              <a:latin typeface="Arial"/>
            </a:endParaRPr>
          </a:p>
          <a:p>
            <a:pPr algn="just"/>
            <a:r>
              <a:rPr b="0" lang="en-GB" sz="2600" spc="-1" strike="noStrike">
                <a:solidFill>
                  <a:srgbClr val="182f7c"/>
                </a:solidFill>
                <a:latin typeface="Chilanka"/>
              </a:rPr>
              <a:t>@eniola_ladipo</a:t>
            </a:r>
            <a:endParaRPr b="0" lang="en-GB" sz="2600" spc="-1" strike="noStrike">
              <a:latin typeface="Arial"/>
            </a:endParaRPr>
          </a:p>
        </p:txBody>
      </p:sp>
      <p:pic>
        <p:nvPicPr>
          <p:cNvPr id="44" name="" descr=""/>
          <p:cNvPicPr/>
          <p:nvPr/>
        </p:nvPicPr>
        <p:blipFill>
          <a:blip r:embed="rId2">
            <a:alphaModFix amt="90000"/>
          </a:blip>
          <a:stretch/>
        </p:blipFill>
        <p:spPr>
          <a:xfrm>
            <a:off x="6336000" y="6912000"/>
            <a:ext cx="792000" cy="5760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Shape 1"/>
          <p:cNvSpPr txBox="1"/>
          <p:nvPr/>
        </p:nvSpPr>
        <p:spPr>
          <a:xfrm>
            <a:off x="503280" y="300240"/>
            <a:ext cx="9071280" cy="14263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n-GB" sz="4260" spc="-1" strike="noStrike">
                <a:latin typeface="Arial"/>
              </a:rPr>
              <a:t>The Fourth Revolution of Data and Technology</a:t>
            </a:r>
            <a:endParaRPr b="0" lang="en-GB" sz="4260" spc="-1" strike="noStrike">
              <a:latin typeface="Arial"/>
            </a:endParaRPr>
          </a:p>
        </p:txBody>
      </p:sp>
      <p:pic>
        <p:nvPicPr>
          <p:cNvPr id="46" name="" descr=""/>
          <p:cNvPicPr/>
          <p:nvPr/>
        </p:nvPicPr>
        <p:blipFill>
          <a:blip r:embed="rId1">
            <a:alphaModFix amt="90000"/>
          </a:blip>
          <a:stretch/>
        </p:blipFill>
        <p:spPr>
          <a:xfrm>
            <a:off x="1987200" y="1668600"/>
            <a:ext cx="6076800" cy="543312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3" dur="indefinite" restart="never" nodeType="tmRoot">
          <p:childTnLst>
            <p:seq>
              <p:cTn id="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Shape 1"/>
          <p:cNvSpPr txBox="1"/>
          <p:nvPr/>
        </p:nvSpPr>
        <p:spPr>
          <a:xfrm>
            <a:off x="503280" y="-201240"/>
            <a:ext cx="9071280" cy="32018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n-GB" sz="5860" spc="-1" strike="noStrike">
                <a:latin typeface="Arial"/>
              </a:rPr>
              <a:t>Digital Technology</a:t>
            </a:r>
            <a:endParaRPr b="0" lang="en-GB" sz="5860" spc="-1" strike="noStrike">
              <a:latin typeface="Arial"/>
            </a:endParaRPr>
          </a:p>
        </p:txBody>
      </p:sp>
      <p:sp>
        <p:nvSpPr>
          <p:cNvPr id="48" name="TextShape 2"/>
          <p:cNvSpPr txBox="1"/>
          <p:nvPr/>
        </p:nvSpPr>
        <p:spPr>
          <a:xfrm>
            <a:off x="503280" y="2687040"/>
            <a:ext cx="9071280" cy="30715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rmAutofit/>
          </a:bodyPr>
          <a:p>
            <a:pPr marL="432000" indent="-324000">
              <a:spcBef>
                <a:spcPts val="18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4260" spc="-1" strike="noStrike">
                <a:latin typeface="Arial"/>
              </a:rPr>
              <a:t>Efficiency</a:t>
            </a:r>
            <a:endParaRPr b="0" lang="en-GB" sz="4260" spc="-1" strike="noStrike">
              <a:latin typeface="Arial"/>
            </a:endParaRPr>
          </a:p>
          <a:p>
            <a:pPr marL="432000" indent="-324000">
              <a:spcBef>
                <a:spcPts val="18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4260" spc="-1" strike="noStrike">
                <a:latin typeface="Arial"/>
              </a:rPr>
              <a:t>Profitability</a:t>
            </a:r>
            <a:endParaRPr b="0" lang="en-GB" sz="4260" spc="-1" strike="noStrike">
              <a:latin typeface="Arial"/>
            </a:endParaRPr>
          </a:p>
          <a:p>
            <a:pPr marL="432000" indent="-324000">
              <a:spcBef>
                <a:spcPts val="18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4260" spc="-1" strike="noStrike">
                <a:latin typeface="Arial"/>
              </a:rPr>
              <a:t>Accountability</a:t>
            </a:r>
            <a:endParaRPr b="0" lang="en-GB" sz="4260" spc="-1" strike="noStrike">
              <a:latin typeface="Arial"/>
            </a:endParaRPr>
          </a:p>
        </p:txBody>
      </p:sp>
    </p:spTree>
  </p:cSld>
  <p:timing>
    <p:tnLst>
      <p:par>
        <p:cTn id="5" dur="indefinite" restart="never" nodeType="tmRoot">
          <p:childTnLst>
            <p:seq>
              <p:cTn id="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Shape 1"/>
          <p:cNvSpPr txBox="1"/>
          <p:nvPr/>
        </p:nvSpPr>
        <p:spPr>
          <a:xfrm>
            <a:off x="503280" y="2376000"/>
            <a:ext cx="9071280" cy="37756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rmAutofit/>
          </a:bodyPr>
          <a:p>
            <a:endParaRPr b="0" lang="en-GB" sz="4260" spc="-1" strike="noStrike">
              <a:latin typeface="Arial"/>
            </a:endParaRPr>
          </a:p>
          <a:p>
            <a:pPr algn="just">
              <a:spcBef>
                <a:spcPts val="1877"/>
              </a:spcBef>
            </a:pPr>
            <a:r>
              <a:rPr b="0" lang="en-GB" sz="3200" spc="-1" strike="noStrike">
                <a:latin typeface="Arial"/>
              </a:rPr>
              <a:t>Small farm holding produce 80% of food supply in Africa.</a:t>
            </a:r>
            <a:endParaRPr b="0" lang="en-GB" sz="3200" spc="-1" strike="noStrike">
              <a:latin typeface="Arial"/>
            </a:endParaRPr>
          </a:p>
          <a:p>
            <a:pPr algn="just">
              <a:spcBef>
                <a:spcPts val="1877"/>
              </a:spcBef>
            </a:pPr>
            <a:r>
              <a:rPr b="0" lang="en-GB" sz="3200" spc="-1" strike="noStrike">
                <a:latin typeface="Arial"/>
              </a:rPr>
              <a:t>The world’s population would amount to over 9 billion by 2050.</a:t>
            </a:r>
            <a:endParaRPr b="0" lang="en-GB" sz="3200" spc="-1" strike="noStrike">
              <a:latin typeface="Arial"/>
            </a:endParaRPr>
          </a:p>
          <a:p>
            <a:pPr algn="just">
              <a:spcBef>
                <a:spcPts val="1877"/>
              </a:spcBef>
            </a:pPr>
            <a:r>
              <a:rPr b="0" lang="en-GB" sz="3200" spc="-1" strike="noStrike">
                <a:latin typeface="Arial"/>
              </a:rPr>
              <a:t>We need a 70% increase in current food supply by 2050.</a:t>
            </a:r>
            <a:endParaRPr b="0" lang="en-GB" sz="3200" spc="-1" strike="noStrike">
              <a:latin typeface="Arial"/>
            </a:endParaRPr>
          </a:p>
          <a:p>
            <a:r>
              <a:rPr b="0" lang="en-GB" sz="3200" spc="-1" strike="noStrike">
                <a:latin typeface="Arial"/>
              </a:rPr>
              <a:t>  </a:t>
            </a:r>
            <a:endParaRPr b="0" lang="en-GB" sz="3200" spc="-1" strike="noStrike">
              <a:latin typeface="Arial"/>
            </a:endParaRPr>
          </a:p>
          <a:p>
            <a:endParaRPr b="0" lang="en-GB" sz="3200" spc="-1" strike="noStrike">
              <a:latin typeface="Arial"/>
            </a:endParaRPr>
          </a:p>
          <a:p>
            <a:endParaRPr b="0" lang="en-GB" sz="3200" spc="-1" strike="noStrike">
              <a:latin typeface="Arial"/>
            </a:endParaRPr>
          </a:p>
          <a:p>
            <a:endParaRPr b="0" lang="en-GB" sz="3200" spc="-1" strike="noStrike">
              <a:latin typeface="Arial"/>
            </a:endParaRPr>
          </a:p>
        </p:txBody>
      </p:sp>
      <p:sp>
        <p:nvSpPr>
          <p:cNvPr id="50" name="CustomShape 2"/>
          <p:cNvSpPr/>
          <p:nvPr/>
        </p:nvSpPr>
        <p:spPr>
          <a:xfrm>
            <a:off x="576000" y="720000"/>
            <a:ext cx="8856000" cy="1368000"/>
          </a:xfrm>
          <a:prstGeom prst="rect">
            <a:avLst/>
          </a:prstGeom>
          <a:solidFill>
            <a:srgbClr val="ffffff">
              <a:alpha val="2000"/>
            </a:srgbClr>
          </a:solidFill>
          <a:ln w="1908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1" name="TextShape 3"/>
          <p:cNvSpPr txBox="1"/>
          <p:nvPr/>
        </p:nvSpPr>
        <p:spPr>
          <a:xfrm>
            <a:off x="792000" y="826560"/>
            <a:ext cx="8568000" cy="1189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>
              <a:spcBef>
                <a:spcPts val="1877"/>
              </a:spcBef>
            </a:pPr>
            <a:r>
              <a:rPr b="0" lang="en-GB" sz="2800" spc="-1" strike="noStrike">
                <a:latin typeface="Arial"/>
              </a:rPr>
              <a:t>Statistics by Food and Agriculture Organisation</a:t>
            </a:r>
            <a:br/>
            <a:r>
              <a:rPr b="0" lang="en-GB" sz="2800" spc="-1" strike="noStrike">
                <a:latin typeface="Arial"/>
              </a:rPr>
              <a:t> (FAO)</a:t>
            </a:r>
            <a:endParaRPr b="0" lang="en-GB" sz="2800" spc="-1" strike="noStrike">
              <a:latin typeface="Arial"/>
            </a:endParaRPr>
          </a:p>
        </p:txBody>
      </p:sp>
    </p:spTree>
  </p:cSld>
  <p:timing>
    <p:tnLst>
      <p:par>
        <p:cTn id="7" dur="indefinite" restart="never" nodeType="tmRoot">
          <p:childTnLst>
            <p:seq>
              <p:cTn id="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Shape 1"/>
          <p:cNvSpPr txBox="1"/>
          <p:nvPr/>
        </p:nvSpPr>
        <p:spPr>
          <a:xfrm>
            <a:off x="503280" y="-667800"/>
            <a:ext cx="9071280" cy="32018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n-GB" sz="5860" spc="-1" strike="noStrike">
                <a:latin typeface="Arial"/>
              </a:rPr>
              <a:t>Targets to meet:</a:t>
            </a:r>
            <a:endParaRPr b="0" lang="en-GB" sz="5860" spc="-1" strike="noStrike">
              <a:latin typeface="Arial"/>
            </a:endParaRPr>
          </a:p>
        </p:txBody>
      </p:sp>
      <p:sp>
        <p:nvSpPr>
          <p:cNvPr id="53" name="TextShape 2"/>
          <p:cNvSpPr txBox="1"/>
          <p:nvPr/>
        </p:nvSpPr>
        <p:spPr>
          <a:xfrm>
            <a:off x="503280" y="1767240"/>
            <a:ext cx="9071280" cy="40870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rmAutofit/>
          </a:bodyPr>
          <a:p>
            <a:pPr marL="432000" indent="-324000">
              <a:spcBef>
                <a:spcPts val="1877"/>
              </a:spcBef>
              <a:buClr>
                <a:srgbClr val="000000"/>
              </a:buClr>
              <a:buSzPct val="45000"/>
              <a:buFont typeface="Wingdings" charset="2"/>
              <a:buChar char=""/>
            </a:pPr>
            <a:r>
              <a:rPr b="0" lang="en-GB" sz="3200" spc="-1" strike="noStrike">
                <a:latin typeface="Arial"/>
              </a:rPr>
              <a:t>To overcome problems farmers are currently facing in the aspects of:</a:t>
            </a:r>
            <a:endParaRPr b="0" lang="en-GB" sz="3200" spc="-1" strike="noStrike">
              <a:latin typeface="Arial"/>
            </a:endParaRPr>
          </a:p>
          <a:p>
            <a:pPr lvl="1" marL="864000" indent="-324000">
              <a:spcBef>
                <a:spcPts val="149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720" spc="-1" strike="noStrike">
                <a:latin typeface="Arial"/>
              </a:rPr>
              <a:t>Data collection &amp; analysis</a:t>
            </a:r>
            <a:endParaRPr b="0" lang="en-GB" sz="3720" spc="-1" strike="noStrike">
              <a:latin typeface="Arial"/>
            </a:endParaRPr>
          </a:p>
          <a:p>
            <a:pPr lvl="1" marL="864000" indent="-324000">
              <a:spcBef>
                <a:spcPts val="149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720" spc="-1" strike="noStrike">
                <a:latin typeface="Arial"/>
              </a:rPr>
              <a:t>Water sustainability</a:t>
            </a:r>
            <a:endParaRPr b="0" lang="en-GB" sz="3720" spc="-1" strike="noStrike">
              <a:latin typeface="Arial"/>
            </a:endParaRPr>
          </a:p>
          <a:p>
            <a:pPr lvl="1" marL="864000" indent="-324000">
              <a:spcBef>
                <a:spcPts val="149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720" spc="-1" strike="noStrike">
                <a:latin typeface="Arial"/>
              </a:rPr>
              <a:t>Pest and diseases control</a:t>
            </a:r>
            <a:endParaRPr b="0" lang="en-GB" sz="3720" spc="-1" strike="noStrike">
              <a:latin typeface="Arial"/>
            </a:endParaRPr>
          </a:p>
          <a:p>
            <a:pPr lvl="1" marL="864000" indent="-324000">
              <a:spcBef>
                <a:spcPts val="149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720" spc="-1" strike="noStrike">
                <a:latin typeface="Arial"/>
              </a:rPr>
              <a:t>Deforestation</a:t>
            </a:r>
            <a:endParaRPr b="0" lang="en-GB" sz="3720" spc="-1" strike="noStrike">
              <a:latin typeface="Arial"/>
            </a:endParaRPr>
          </a:p>
          <a:p>
            <a:pPr lvl="1" marL="864000" indent="-324000">
              <a:spcBef>
                <a:spcPts val="149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720" spc="-1" strike="noStrike">
                <a:latin typeface="Arial"/>
              </a:rPr>
              <a:t>Labour</a:t>
            </a:r>
            <a:endParaRPr b="0" lang="en-GB" sz="3720" spc="-1" strike="noStrike">
              <a:latin typeface="Arial"/>
            </a:endParaRPr>
          </a:p>
        </p:txBody>
      </p:sp>
      <p:sp>
        <p:nvSpPr>
          <p:cNvPr id="54" name="TextShape 3"/>
          <p:cNvSpPr txBox="1"/>
          <p:nvPr/>
        </p:nvSpPr>
        <p:spPr>
          <a:xfrm>
            <a:off x="503280" y="6238440"/>
            <a:ext cx="9071280" cy="9597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rmAutofit/>
          </a:bodyPr>
          <a:p>
            <a:pPr marL="432000" indent="-324000">
              <a:spcBef>
                <a:spcPts val="1877"/>
              </a:spcBef>
              <a:buClr>
                <a:srgbClr val="000000"/>
              </a:buClr>
              <a:buSzPct val="45000"/>
              <a:buFont typeface="Wingdings" charset="2"/>
              <a:buChar char=""/>
            </a:pPr>
            <a:r>
              <a:rPr b="0" lang="en-GB" sz="3200" spc="-1" strike="noStrike">
                <a:latin typeface="Arial"/>
              </a:rPr>
              <a:t>Feeding over 9 billion people</a:t>
            </a:r>
            <a:endParaRPr b="0" lang="en-GB" sz="3200" spc="-1" strike="noStrike">
              <a:latin typeface="Arial"/>
            </a:endParaRPr>
          </a:p>
        </p:txBody>
      </p:sp>
    </p:spTree>
  </p:cSld>
  <p:timing>
    <p:tnLst>
      <p:par>
        <p:cTn id="9" dur="indefinite" restart="never" nodeType="tmRoot">
          <p:childTnLst>
            <p:seq>
              <p:cTn id="10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Shape 1"/>
          <p:cNvSpPr txBox="1"/>
          <p:nvPr/>
        </p:nvSpPr>
        <p:spPr>
          <a:xfrm>
            <a:off x="3382920" y="-1111320"/>
            <a:ext cx="6408360" cy="96037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n-GB" sz="5860" spc="-1" strike="noStrike">
                <a:latin typeface="Arial"/>
              </a:rPr>
              <a:t>What is the solution to our problems?</a:t>
            </a:r>
            <a:endParaRPr b="0" lang="en-GB" sz="5860" spc="-1" strike="noStrike">
              <a:latin typeface="Arial"/>
            </a:endParaRPr>
          </a:p>
        </p:txBody>
      </p:sp>
      <p:pic>
        <p:nvPicPr>
          <p:cNvPr id="56" name="" descr=""/>
          <p:cNvPicPr/>
          <p:nvPr/>
        </p:nvPicPr>
        <p:blipFill>
          <a:blip r:embed="rId1">
            <a:alphaModFix amt="90000"/>
          </a:blip>
          <a:stretch/>
        </p:blipFill>
        <p:spPr>
          <a:xfrm>
            <a:off x="503280" y="1443960"/>
            <a:ext cx="2760120" cy="433728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1" dur="indefinite" restart="never" nodeType="tmRoot">
          <p:childTnLst>
            <p:seq>
              <p:cTn id="1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Shape 1"/>
          <p:cNvSpPr txBox="1"/>
          <p:nvPr/>
        </p:nvSpPr>
        <p:spPr>
          <a:xfrm>
            <a:off x="503280" y="-2268720"/>
            <a:ext cx="9071280" cy="640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br/>
            <a:r>
              <a:rPr b="0" lang="en-GB" sz="5860" spc="-1" strike="noStrike">
                <a:latin typeface="Arial"/>
              </a:rPr>
              <a:t>Different facets of Deep Tech:</a:t>
            </a:r>
            <a:endParaRPr b="0" lang="en-GB" sz="5860" spc="-1" strike="noStrike">
              <a:latin typeface="Arial"/>
            </a:endParaRPr>
          </a:p>
        </p:txBody>
      </p:sp>
      <p:sp>
        <p:nvSpPr>
          <p:cNvPr id="58" name="TextShape 2"/>
          <p:cNvSpPr txBox="1"/>
          <p:nvPr/>
        </p:nvSpPr>
        <p:spPr>
          <a:xfrm>
            <a:off x="503280" y="2590560"/>
            <a:ext cx="9071280" cy="38401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rmAutofit/>
          </a:bodyPr>
          <a:p>
            <a:pPr marL="432000" indent="-324000">
              <a:spcBef>
                <a:spcPts val="18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4260" spc="-1" strike="noStrike">
                <a:latin typeface="Arial"/>
              </a:rPr>
              <a:t>Data Science (DS)</a:t>
            </a:r>
            <a:endParaRPr b="0" lang="en-GB" sz="4260" spc="-1" strike="noStrike">
              <a:latin typeface="Arial"/>
            </a:endParaRPr>
          </a:p>
          <a:p>
            <a:pPr marL="432000" indent="-324000">
              <a:spcBef>
                <a:spcPts val="18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4260" spc="-1" strike="noStrike">
                <a:latin typeface="Arial"/>
              </a:rPr>
              <a:t>Machine Learning (ML)</a:t>
            </a:r>
            <a:endParaRPr b="0" lang="en-GB" sz="4260" spc="-1" strike="noStrike">
              <a:latin typeface="Arial"/>
            </a:endParaRPr>
          </a:p>
          <a:p>
            <a:pPr marL="432000" indent="-324000">
              <a:spcBef>
                <a:spcPts val="18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4260" spc="-1" strike="noStrike">
                <a:latin typeface="Arial"/>
              </a:rPr>
              <a:t>Artificial Intelligence (AI)</a:t>
            </a:r>
            <a:endParaRPr b="0" lang="en-GB" sz="4260" spc="-1" strike="noStrike">
              <a:latin typeface="Arial"/>
            </a:endParaRPr>
          </a:p>
          <a:p>
            <a:pPr marL="432000" indent="-324000">
              <a:spcBef>
                <a:spcPts val="18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4260" spc="-1" strike="noStrike">
                <a:latin typeface="Arial"/>
              </a:rPr>
              <a:t>Internet of Things (IoT)</a:t>
            </a:r>
            <a:endParaRPr b="0" lang="en-GB" sz="4260" spc="-1" strike="noStrike">
              <a:latin typeface="Arial"/>
            </a:endParaRPr>
          </a:p>
        </p:txBody>
      </p:sp>
    </p:spTree>
  </p:cSld>
  <p:timing>
    <p:tnLst>
      <p:par>
        <p:cTn id="13" dur="indefinite" restart="never" nodeType="tmRoot">
          <p:childTnLst>
            <p:seq>
              <p:cTn id="1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" descr=""/>
          <p:cNvPicPr/>
          <p:nvPr/>
        </p:nvPicPr>
        <p:blipFill>
          <a:blip r:embed="rId1">
            <a:alphaModFix amt="90000"/>
          </a:blip>
          <a:stretch/>
        </p:blipFill>
        <p:spPr>
          <a:xfrm>
            <a:off x="34920" y="93960"/>
            <a:ext cx="9971640" cy="739224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5" dur="indefinite" restart="never" nodeType="tmRoot">
          <p:childTnLst>
            <p:seq>
              <p:cTn id="1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" descr=""/>
          <p:cNvPicPr/>
          <p:nvPr/>
        </p:nvPicPr>
        <p:blipFill>
          <a:blip r:embed="rId1">
            <a:alphaModFix amt="90000"/>
          </a:blip>
          <a:stretch/>
        </p:blipFill>
        <p:spPr>
          <a:xfrm>
            <a:off x="143280" y="190440"/>
            <a:ext cx="9791640" cy="72000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7" dur="indefinite" restart="never" nodeType="tmRoot">
          <p:childTnLst>
            <p:seq>
              <p:cTn id="1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" descr=""/>
          <p:cNvPicPr/>
          <p:nvPr/>
        </p:nvPicPr>
        <p:blipFill>
          <a:blip r:embed="rId1">
            <a:alphaModFix amt="90000"/>
          </a:blip>
          <a:stretch/>
        </p:blipFill>
        <p:spPr>
          <a:xfrm>
            <a:off x="70920" y="190440"/>
            <a:ext cx="9936360" cy="729612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9" dur="indefinite" restart="never" nodeType="tmRoot">
          <p:childTnLst>
            <p:seq>
              <p:cTn id="20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CustomShape 1"/>
          <p:cNvSpPr/>
          <p:nvPr/>
        </p:nvSpPr>
        <p:spPr>
          <a:xfrm>
            <a:off x="3024000" y="1872000"/>
            <a:ext cx="1872000" cy="2304000"/>
          </a:xfrm>
          <a:prstGeom prst="ellipse">
            <a:avLst/>
          </a:prstGeom>
          <a:solidFill>
            <a:srgbClr val="729fcf">
              <a:alpha val="86000"/>
            </a:srgbClr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3" name="CustomShape 2"/>
          <p:cNvSpPr/>
          <p:nvPr/>
        </p:nvSpPr>
        <p:spPr>
          <a:xfrm>
            <a:off x="4248000" y="1872360"/>
            <a:ext cx="1872000" cy="2304000"/>
          </a:xfrm>
          <a:prstGeom prst="ellipse">
            <a:avLst/>
          </a:prstGeom>
          <a:solidFill>
            <a:srgbClr val="729fcf">
              <a:alpha val="56000"/>
            </a:srgbClr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4" name="CustomShape 3"/>
          <p:cNvSpPr/>
          <p:nvPr/>
        </p:nvSpPr>
        <p:spPr>
          <a:xfrm>
            <a:off x="3744000" y="3240000"/>
            <a:ext cx="1872000" cy="2304000"/>
          </a:xfrm>
          <a:prstGeom prst="ellipse">
            <a:avLst/>
          </a:prstGeom>
          <a:solidFill>
            <a:srgbClr val="729fcf">
              <a:alpha val="32000"/>
            </a:srgbClr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5" name="CustomShape 4"/>
          <p:cNvSpPr/>
          <p:nvPr/>
        </p:nvSpPr>
        <p:spPr>
          <a:xfrm>
            <a:off x="1656000" y="1152000"/>
            <a:ext cx="6048000" cy="4896000"/>
          </a:xfrm>
          <a:prstGeom prst="rect">
            <a:avLst/>
          </a:prstGeom>
          <a:solidFill>
            <a:srgbClr val="729fcf">
              <a:alpha val="5000"/>
            </a:srgbClr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6" name="TextShape 5"/>
          <p:cNvSpPr txBox="1"/>
          <p:nvPr/>
        </p:nvSpPr>
        <p:spPr>
          <a:xfrm>
            <a:off x="3096000" y="1236240"/>
            <a:ext cx="3024720" cy="7077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n-GB" sz="4800" spc="-1" strike="noStrike">
                <a:latin typeface="Chilanka"/>
              </a:rPr>
              <a:t>Deep Tech</a:t>
            </a:r>
            <a:endParaRPr b="0" lang="en-GB" sz="4800" spc="-1" strike="noStrike">
              <a:latin typeface="Arial"/>
            </a:endParaRPr>
          </a:p>
        </p:txBody>
      </p:sp>
      <p:sp>
        <p:nvSpPr>
          <p:cNvPr id="67" name="TextShape 6"/>
          <p:cNvSpPr txBox="1"/>
          <p:nvPr/>
        </p:nvSpPr>
        <p:spPr>
          <a:xfrm>
            <a:off x="3312000" y="2664000"/>
            <a:ext cx="720000" cy="5367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rmAutofit/>
          </a:bodyPr>
          <a:p>
            <a:pPr marL="432000" indent="-324000" algn="ctr">
              <a:spcBef>
                <a:spcPts val="18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4260" spc="-1" strike="noStrike">
                <a:solidFill>
                  <a:srgbClr val="fffbcc"/>
                </a:solidFill>
                <a:latin typeface="Arial"/>
              </a:rPr>
              <a:t>IoT</a:t>
            </a:r>
            <a:endParaRPr b="0" lang="en-GB" sz="4260" spc="-1" strike="noStrike">
              <a:latin typeface="Arial"/>
            </a:endParaRPr>
          </a:p>
        </p:txBody>
      </p:sp>
      <p:sp>
        <p:nvSpPr>
          <p:cNvPr id="68" name="TextShape 7"/>
          <p:cNvSpPr txBox="1"/>
          <p:nvPr/>
        </p:nvSpPr>
        <p:spPr>
          <a:xfrm>
            <a:off x="4896000" y="2592000"/>
            <a:ext cx="720000" cy="5367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rmAutofit/>
          </a:bodyPr>
          <a:p>
            <a:pPr marL="432000" indent="-324000" algn="ctr">
              <a:spcBef>
                <a:spcPts val="18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4260" spc="-1" strike="noStrike">
                <a:solidFill>
                  <a:srgbClr val="000000"/>
                </a:solidFill>
                <a:latin typeface="Arial"/>
              </a:rPr>
              <a:t>AI</a:t>
            </a:r>
            <a:endParaRPr b="0" lang="en-GB" sz="4260" spc="-1" strike="noStrike">
              <a:latin typeface="Arial"/>
            </a:endParaRPr>
          </a:p>
        </p:txBody>
      </p:sp>
      <p:sp>
        <p:nvSpPr>
          <p:cNvPr id="69" name="TextShape 8"/>
          <p:cNvSpPr txBox="1"/>
          <p:nvPr/>
        </p:nvSpPr>
        <p:spPr>
          <a:xfrm>
            <a:off x="3888000" y="4359240"/>
            <a:ext cx="1440000" cy="5367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rmAutofit/>
          </a:bodyPr>
          <a:p>
            <a:pPr marL="432000" indent="-324000" algn="ctr">
              <a:spcBef>
                <a:spcPts val="18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4260" spc="-1" strike="noStrike">
                <a:solidFill>
                  <a:srgbClr val="000000"/>
                </a:solidFill>
                <a:latin typeface="Arial"/>
              </a:rPr>
              <a:t>ML  &amp; DS</a:t>
            </a:r>
            <a:endParaRPr b="0" lang="en-GB" sz="4260" spc="-1" strike="noStrike">
              <a:latin typeface="Arial"/>
            </a:endParaRPr>
          </a:p>
        </p:txBody>
      </p:sp>
    </p:spTree>
  </p:cSld>
  <p:timing>
    <p:tnLst>
      <p:par>
        <p:cTn id="21" dur="indefinite" restart="never" nodeType="tmRoot">
          <p:childTnLst>
            <p:seq>
              <p:cTn id="2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Shape 1"/>
          <p:cNvSpPr txBox="1"/>
          <p:nvPr/>
        </p:nvSpPr>
        <p:spPr>
          <a:xfrm>
            <a:off x="1798920" y="190440"/>
            <a:ext cx="5976000" cy="1344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n-GB" sz="4260" spc="-1" strike="noStrike">
                <a:latin typeface="Arial"/>
              </a:rPr>
              <a:t>What is the essence of this talk?</a:t>
            </a:r>
            <a:endParaRPr b="0" lang="en-GB" sz="4260" spc="-1" strike="noStrike">
              <a:latin typeface="Arial"/>
            </a:endParaRPr>
          </a:p>
        </p:txBody>
      </p:sp>
      <p:pic>
        <p:nvPicPr>
          <p:cNvPr id="71" name="" descr=""/>
          <p:cNvPicPr/>
          <p:nvPr/>
        </p:nvPicPr>
        <p:blipFill>
          <a:blip r:embed="rId1">
            <a:alphaModFix amt="90000"/>
          </a:blip>
          <a:stretch/>
        </p:blipFill>
        <p:spPr>
          <a:xfrm>
            <a:off x="2159280" y="1438920"/>
            <a:ext cx="5328360" cy="576036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23" dur="indefinite" restart="never" nodeType="tmRoot">
          <p:childTnLst>
            <p:seq>
              <p:cTn id="2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Shape 1"/>
          <p:cNvSpPr txBox="1"/>
          <p:nvPr/>
        </p:nvSpPr>
        <p:spPr>
          <a:xfrm>
            <a:off x="503280" y="300240"/>
            <a:ext cx="9071280" cy="58485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n-GB" sz="8800" spc="-1" strike="noStrike">
                <a:latin typeface="Arial"/>
              </a:rPr>
              <a:t>Thank you.</a:t>
            </a:r>
            <a:endParaRPr b="0" lang="en-GB" sz="8800" spc="-1" strike="noStrike">
              <a:latin typeface="Arial"/>
            </a:endParaRPr>
          </a:p>
        </p:txBody>
      </p:sp>
    </p:spTree>
  </p:cSld>
  <p:timing>
    <p:tnLst>
      <p:par>
        <p:cTn id="25" dur="indefinite" restart="never" nodeType="tmRoot">
          <p:childTnLst>
            <p:seq>
              <p:cTn id="2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</TotalTime>
  <Application>LibreOffice/6.0.3.2$Linux_X86_64 LibreOffice_project/00m0$Build-2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2018-08-26T20:39:57Z</dcterms:created>
  <dc:creator/>
  <dc:description/>
  <dc:language>en-GB</dc:language>
  <cp:lastModifiedBy/>
  <dcterms:modified xsi:type="dcterms:W3CDTF">2018-09-10T06:46:28Z</dcterms:modified>
  <cp:revision>13</cp:revision>
  <dc:subject/>
  <dc:title/>
</cp:coreProperties>
</file>