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1" r:id="rId5"/>
    <p:sldId id="260" r:id="rId6"/>
    <p:sldId id="262" r:id="rId7"/>
    <p:sldId id="259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32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84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927128-031F-4AC1-8971-6350B27D48C6}" type="datetimeFigureOut">
              <a:rPr lang="en-US" smtClean="0"/>
              <a:t>9/11/2018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10C083-F82D-4BE1-B95F-FE53028CD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079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13C2A-D041-48EE-9820-FE3CD323735D}" type="datetime1">
              <a:rPr lang="en-US" smtClean="0"/>
              <a:t>9/11/2018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* Glossary Term        ** See References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375DD-B502-4177-B086-5FEEDD511EB3}" type="datetime1">
              <a:rPr lang="en-US" smtClean="0"/>
              <a:t>9/11/2018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* Glossary Term        ** See References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05A37-EBD4-4832-BB92-17BD1943D45D}" type="datetime1">
              <a:rPr lang="en-US" smtClean="0"/>
              <a:t>9/11/2018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* Glossary Term        ** See References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71A5A-3337-4A7C-8A62-69F924001F89}" type="datetime1">
              <a:rPr lang="en-US" smtClean="0"/>
              <a:t>9/11/2018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* Glossary Term        ** See References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23822-B032-4CD1-A4C3-D21C836DCEDB}" type="datetime1">
              <a:rPr lang="en-US" smtClean="0"/>
              <a:t>9/11/2018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* Glossary Term        ** See References</a:t>
            </a:r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3960A-A8D8-4C9E-8A86-5D1485DAC46B}" type="datetime1">
              <a:rPr lang="en-US" smtClean="0"/>
              <a:t>9/11/2018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* Glossary Term        ** See References</a:t>
            </a:r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B1789-86C1-4606-9999-9881F6F8AEE4}" type="datetime1">
              <a:rPr lang="en-US" smtClean="0"/>
              <a:t>9/11/2018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* Glossary Term        ** See References</a:t>
            </a:r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74EBA-9C52-4CC0-975E-555AAD84FD94}" type="datetime1">
              <a:rPr lang="en-US" smtClean="0"/>
              <a:t>9/11/2018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* Glossary Term        ** See References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31695-718D-473E-9735-F2C1FA780533}" type="datetime1">
              <a:rPr lang="en-US" smtClean="0"/>
              <a:t>9/11/2018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* Glossary Term        ** See References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3400-D5FD-49F7-9CD6-F53D0E06F178}" type="datetime1">
              <a:rPr lang="en-US" smtClean="0"/>
              <a:t>9/11/2018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* Glossary Term        ** See References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E85C-4DB5-4806-90B1-9C6BF36A7E33}" type="datetime1">
              <a:rPr lang="en-US" smtClean="0"/>
              <a:t>9/11/2018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* Glossary Term        ** See References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D5B7C-5492-43D5-AE00-8DF9772F446C}" type="datetime1">
              <a:rPr lang="en-US" smtClean="0"/>
              <a:t>9/11/2018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* Glossary Term        ** See References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35B0-20E2-4658-A893-B7165794DB6C}" type="datetime1">
              <a:rPr lang="en-US" smtClean="0"/>
              <a:t>9/11/2018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* Glossary Term        ** See References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02CF3-B033-4C71-B545-DC742167D83F}" type="datetime1">
              <a:rPr lang="en-US" smtClean="0"/>
              <a:t>9/11/2018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* Glossary Term        ** See References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A9E64-DF93-44DD-951E-97A08F0702A1}" type="datetime1">
              <a:rPr lang="en-US" smtClean="0"/>
              <a:t>9/11/2018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* Glossary Term        ** See References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9CD39-54FB-488A-8DDB-9BA61F6D20BE}" type="datetime1">
              <a:rPr lang="en-US" smtClean="0"/>
              <a:t>9/11/2018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* Glossary Term        ** See References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8FF5BE-CA00-4E5A-A4E9-9F7041FC153F}" type="datetime1">
              <a:rPr lang="en-US" smtClean="0"/>
              <a:t>9/11/2018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* Glossary Term        ** See References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mailto:samuelsontijesunimi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E9921-48EF-4C91-8D91-59E3480EE9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Not just </a:t>
            </a:r>
            <a:r>
              <a:rPr lang="en-US" sz="6000" b="1" dirty="0"/>
              <a:t>DRY</a:t>
            </a:r>
            <a:r>
              <a:rPr lang="en-US" sz="6000" dirty="0"/>
              <a:t>: </a:t>
            </a:r>
            <a:br>
              <a:rPr lang="en-US" sz="6000" dirty="0"/>
            </a:br>
            <a:r>
              <a:rPr lang="en-US" sz="6000" dirty="0"/>
              <a:t>Write Reusable Code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077FEB-9758-40E3-B8BC-F0791A7B2C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DE32DE"/>
                </a:solidFill>
              </a:rPr>
              <a:t>Samuelson </a:t>
            </a:r>
            <a:r>
              <a:rPr lang="en-US" sz="2400" dirty="0" err="1">
                <a:solidFill>
                  <a:srgbClr val="DE32DE"/>
                </a:solidFill>
              </a:rPr>
              <a:t>Tijesunimi</a:t>
            </a:r>
            <a:r>
              <a:rPr lang="en-US" sz="2400" dirty="0">
                <a:solidFill>
                  <a:srgbClr val="DE32DE"/>
                </a:solidFill>
              </a:rPr>
              <a:t> ATIBA</a:t>
            </a:r>
          </a:p>
          <a:p>
            <a:r>
              <a:rPr lang="en-US" sz="2400" dirty="0">
                <a:solidFill>
                  <a:schemeClr val="tx1"/>
                </a:solidFill>
              </a:rPr>
              <a:t>@</a:t>
            </a:r>
            <a:r>
              <a:rPr lang="en-US" sz="2400" b="1" dirty="0" err="1">
                <a:solidFill>
                  <a:schemeClr val="tx1"/>
                </a:solidFill>
              </a:rPr>
              <a:t>PyCon</a:t>
            </a:r>
            <a:r>
              <a:rPr lang="en-US" sz="2400" dirty="0">
                <a:solidFill>
                  <a:schemeClr val="tx1"/>
                </a:solidFill>
              </a:rPr>
              <a:t> 2018</a:t>
            </a:r>
          </a:p>
        </p:txBody>
      </p:sp>
    </p:spTree>
    <p:extLst>
      <p:ext uri="{BB962C8B-B14F-4D97-AF65-F5344CB8AC3E}">
        <p14:creationId xmlns:p14="http://schemas.microsoft.com/office/powerpoint/2010/main" val="2449181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2FCFB-E44C-453E-AD0E-C1963AE28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Samuelson </a:t>
            </a:r>
            <a:r>
              <a:rPr lang="en-US" dirty="0" err="1">
                <a:solidFill>
                  <a:schemeClr val="tx1"/>
                </a:solidFill>
              </a:rPr>
              <a:t>Tijesunimi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DE32DE"/>
                </a:solidFill>
              </a:rPr>
              <a:t>ATIBA</a:t>
            </a:r>
            <a:br>
              <a:rPr lang="en-US" dirty="0"/>
            </a:br>
            <a:r>
              <a:rPr lang="en-US" sz="2000" i="1" dirty="0"/>
              <a:t>(Intricate thinking – Solutions)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AF5A7-241C-448E-B0FF-CEF987058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Electrical and Electronics Engineering Student @ LAUTECH</a:t>
            </a:r>
          </a:p>
          <a:p>
            <a:r>
              <a:rPr lang="en-US" dirty="0"/>
              <a:t>Consultant Developer @ YDSN</a:t>
            </a:r>
          </a:p>
          <a:p>
            <a:r>
              <a:rPr lang="en-US" dirty="0"/>
              <a:t>ex-CTO @ </a:t>
            </a:r>
            <a:r>
              <a:rPr lang="en-US" dirty="0" err="1"/>
              <a:t>Chopnow</a:t>
            </a:r>
            <a:endParaRPr lang="en-US" dirty="0"/>
          </a:p>
          <a:p>
            <a:endParaRPr lang="en-US" dirty="0"/>
          </a:p>
          <a:p>
            <a:r>
              <a:rPr lang="en-US" sz="2400" dirty="0"/>
              <a:t>I am a problem analyzer and solutions “profferer”.</a:t>
            </a:r>
          </a:p>
          <a:p>
            <a:r>
              <a:rPr lang="en-US" sz="2400" dirty="0"/>
              <a:t>Python Enthusiast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BB88F-00F6-4485-9CD0-461ED772A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* Glossary Term        ** See 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938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EF9B4-A7F5-49E1-B86B-CAF892EF7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b="1" dirty="0"/>
              <a:t>DRY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7DE88-C50E-44B7-BA00-0A1912A3E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19726"/>
            <a:ext cx="8915400" cy="4491496"/>
          </a:xfrm>
        </p:spPr>
        <p:txBody>
          <a:bodyPr>
            <a:normAutofit/>
          </a:bodyPr>
          <a:lstStyle/>
          <a:p>
            <a:r>
              <a:rPr lang="en-US" sz="2400" b="1" dirty="0"/>
              <a:t>DRY</a:t>
            </a:r>
            <a:r>
              <a:rPr lang="en-US" sz="2400" dirty="0"/>
              <a:t> is an acronym for </a:t>
            </a:r>
            <a:r>
              <a:rPr lang="en-US" sz="2400" b="1" dirty="0"/>
              <a:t>D</a:t>
            </a:r>
            <a:r>
              <a:rPr lang="en-US" sz="2400" dirty="0"/>
              <a:t>on’t </a:t>
            </a:r>
            <a:r>
              <a:rPr lang="en-US" sz="2400" b="1" dirty="0"/>
              <a:t>R</a:t>
            </a:r>
            <a:r>
              <a:rPr lang="en-US" sz="2400" dirty="0"/>
              <a:t>epeat </a:t>
            </a:r>
            <a:r>
              <a:rPr lang="en-US" sz="2400" b="1" dirty="0"/>
              <a:t>Y</a:t>
            </a:r>
            <a:r>
              <a:rPr lang="en-US" sz="2400" dirty="0"/>
              <a:t>ourself</a:t>
            </a:r>
          </a:p>
          <a:p>
            <a:r>
              <a:rPr lang="en-US" sz="2400" dirty="0"/>
              <a:t>It is a </a:t>
            </a:r>
            <a:r>
              <a:rPr lang="en-US" sz="2400" b="1" dirty="0"/>
              <a:t>Principle</a:t>
            </a:r>
            <a:r>
              <a:rPr lang="en-US" sz="2400" dirty="0"/>
              <a:t>* of Software Development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000" i="1" dirty="0"/>
              <a:t>(i.e. it is not a convention or a paradigm)</a:t>
            </a:r>
            <a:endParaRPr lang="en-US" sz="2400" i="1" dirty="0"/>
          </a:p>
          <a:p>
            <a:endParaRPr lang="en-US" sz="2400" dirty="0"/>
          </a:p>
          <a:p>
            <a:r>
              <a:rPr lang="en-US" sz="2400" dirty="0"/>
              <a:t>It states that, </a:t>
            </a:r>
          </a:p>
          <a:p>
            <a:pPr marL="400050" lvl="1" indent="0">
              <a:buNone/>
            </a:pPr>
            <a:r>
              <a:rPr lang="en-US" sz="2200" dirty="0"/>
              <a:t>“Every piece of knowledge must have a single, unambiguous, authoritative representation within a system”**</a:t>
            </a:r>
          </a:p>
          <a:p>
            <a:pPr marL="400050" lvl="1" indent="0">
              <a:buNone/>
            </a:pPr>
            <a:endParaRPr lang="en-US" sz="2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A5CBB-67D9-4B87-A9AD-9564DA35D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50"/>
              <a:t>* Glossary Term        ** See References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293543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C1C80-F502-4185-BD16-F94B6240F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Reusable Code - OOP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459E-6898-4506-8738-653CF9AB7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092036"/>
            <a:ext cx="8915400" cy="3819186"/>
          </a:xfrm>
        </p:spPr>
        <p:txBody>
          <a:bodyPr>
            <a:normAutofit/>
          </a:bodyPr>
          <a:lstStyle/>
          <a:p>
            <a:r>
              <a:rPr lang="en-US" sz="2000" dirty="0"/>
              <a:t>Object Oriented programming is an approach to programming focused on representations of real life objects and data with code.**</a:t>
            </a:r>
          </a:p>
          <a:p>
            <a:r>
              <a:rPr lang="en-US" sz="2000" dirty="0"/>
              <a:t>The major aim is to focus on the data and objects the program is meant to represent and manipulate. Thus, a single representation of the object is codified into a class</a:t>
            </a:r>
          </a:p>
          <a:p>
            <a:r>
              <a:rPr lang="en-US" sz="2000" dirty="0"/>
              <a:t>OOP introduces </a:t>
            </a:r>
            <a:r>
              <a:rPr lang="en-US" sz="2000" b="1" dirty="0"/>
              <a:t>abstraction</a:t>
            </a:r>
            <a:r>
              <a:rPr lang="en-US" sz="2000" dirty="0"/>
              <a:t>* – limiting the scope of the problem – and </a:t>
            </a:r>
            <a:r>
              <a:rPr lang="en-US" sz="2000" b="1" dirty="0"/>
              <a:t>encapsulation</a:t>
            </a:r>
            <a:r>
              <a:rPr lang="en-US" sz="2000" dirty="0"/>
              <a:t>* – hiding the granular implementation. These two form the building blocks of reusable code.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9B826B-601E-4EE2-AD3F-FF89344C2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* Glossary Term        ** See 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366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E6FCB-370F-4BF6-9051-1E599B4D6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BB0AD-120D-469A-BA7C-52F527133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Representation of the Object: define abilities (methods) of objects and the descriptors (properties) of the object</a:t>
            </a:r>
          </a:p>
          <a:p>
            <a:r>
              <a:rPr lang="en-US" sz="2400" dirty="0"/>
              <a:t>Ignoring those properties/methods of an object that is outside the scope of the problem to be solved</a:t>
            </a:r>
          </a:p>
          <a:p>
            <a:r>
              <a:rPr lang="en-US" sz="2400" dirty="0"/>
              <a:t>It is a representation of the limitedness of the scope of an object posed by a problem</a:t>
            </a:r>
          </a:p>
          <a:p>
            <a:r>
              <a:rPr lang="en-US" sz="2400" dirty="0"/>
              <a:t>Answers “What do I need to represent my object”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C319A3-691C-4E37-888C-0967ADA3B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* Glossary Term        ** See 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765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63C37-BD24-4414-8EBB-54824895F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FD6A0-D00F-4138-8F19-4BC6ECE49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Hiding complexity, provide interface, bundle data with objects</a:t>
            </a:r>
          </a:p>
          <a:p>
            <a:r>
              <a:rPr lang="en-US" sz="2400" dirty="0"/>
              <a:t>Answers how – hides how and present unified interface for interacting and manipulation of objects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FEBAD5-70BF-4D65-A508-2A4E165C9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* Glossary Term        ** See 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303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669A6-214B-4375-8D87-6F1A125F3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all </a:t>
            </a:r>
            <a:r>
              <a:rPr lang="en-US" b="1" dirty="0"/>
              <a:t>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CB231-E293-4C9A-B3C2-A393FD118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the problem to be solved</a:t>
            </a:r>
          </a:p>
          <a:p>
            <a:r>
              <a:rPr lang="en-US" dirty="0"/>
              <a:t>Identify Objects to be created</a:t>
            </a:r>
          </a:p>
          <a:p>
            <a:r>
              <a:rPr lang="en-US" dirty="0"/>
              <a:t>Create Object Abstractions</a:t>
            </a:r>
          </a:p>
          <a:p>
            <a:r>
              <a:rPr lang="en-US" dirty="0"/>
              <a:t>Implement Object methods</a:t>
            </a:r>
          </a:p>
          <a:p>
            <a:r>
              <a:rPr lang="en-US" dirty="0"/>
              <a:t>Selectively expose Object methods</a:t>
            </a:r>
          </a:p>
          <a:p>
            <a:r>
              <a:rPr lang="en-US" dirty="0"/>
              <a:t>Write Code with Simplicity &gt; Consistency &gt; Completeness</a:t>
            </a:r>
          </a:p>
          <a:p>
            <a:pPr marL="457200" lvl="1" indent="0">
              <a:buNone/>
            </a:pPr>
            <a:r>
              <a:rPr lang="en-US" dirty="0"/>
              <a:t>This will encourage simple extension of current codebase to reach completion.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22DADC-344D-4AC2-8D2A-146A7DFA5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* Glossary Term        ** See 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893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88B0-E72C-4753-B55F-F5E2BCF72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 for listening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96334-063A-49FD-9F1D-33F7B4D3F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Samuelson </a:t>
            </a:r>
            <a:r>
              <a:rPr lang="en-US" sz="2800" dirty="0" err="1"/>
              <a:t>Tijesunimi</a:t>
            </a:r>
            <a:r>
              <a:rPr lang="en-US" sz="2800" dirty="0"/>
              <a:t> </a:t>
            </a:r>
            <a:r>
              <a:rPr lang="en-US" sz="2800" b="1" dirty="0"/>
              <a:t>ATIBA</a:t>
            </a:r>
          </a:p>
          <a:p>
            <a:pPr marL="0" indent="0">
              <a:buNone/>
            </a:pPr>
            <a:r>
              <a:rPr lang="en-US" sz="2800" dirty="0">
                <a:hlinkClick r:id="rId2"/>
              </a:rPr>
              <a:t>samuelsontijesunimi@gmail.com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Linkedin.com/in/</a:t>
            </a:r>
            <a:r>
              <a:rPr lang="en-US" sz="2800" dirty="0" err="1"/>
              <a:t>Samuelson_Atiba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Twitter/</a:t>
            </a:r>
            <a:r>
              <a:rPr lang="en-US" sz="2800"/>
              <a:t>the_samuelson</a:t>
            </a:r>
            <a:endParaRPr lang="en-US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08FB82-AF0C-44A3-8BA9-7C0410134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* Glossary Term        ** See 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08570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154</TotalTime>
  <Words>392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Century Gothic</vt:lpstr>
      <vt:lpstr>Wingdings 3</vt:lpstr>
      <vt:lpstr>Wisp</vt:lpstr>
      <vt:lpstr>Not just DRY:  Write Reusable Code</vt:lpstr>
      <vt:lpstr>Samuelson Tijesunimi ATIBA (Intricate thinking – Solutions)</vt:lpstr>
      <vt:lpstr>What is DRY?</vt:lpstr>
      <vt:lpstr>Reusable Code - OOP Concepts</vt:lpstr>
      <vt:lpstr>Abstraction</vt:lpstr>
      <vt:lpstr>Encapsulation</vt:lpstr>
      <vt:lpstr>Putting it all together</vt:lpstr>
      <vt:lpstr>Thanks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 just DRY:  Write Reusable Code</dc:title>
  <dc:creator>Atiba Samuelson</dc:creator>
  <cp:lastModifiedBy>Atiba Samuelson</cp:lastModifiedBy>
  <cp:revision>14</cp:revision>
  <dcterms:created xsi:type="dcterms:W3CDTF">2018-09-11T19:16:38Z</dcterms:created>
  <dcterms:modified xsi:type="dcterms:W3CDTF">2018-09-11T22:55:25Z</dcterms:modified>
</cp:coreProperties>
</file>