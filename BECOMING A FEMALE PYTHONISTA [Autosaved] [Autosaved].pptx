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60" r:id="rId3"/>
    <p:sldId id="289" r:id="rId4"/>
    <p:sldId id="290" r:id="rId5"/>
    <p:sldId id="291" r:id="rId6"/>
    <p:sldId id="292" r:id="rId7"/>
    <p:sldId id="263" r:id="rId8"/>
    <p:sldId id="298" r:id="rId9"/>
    <p:sldId id="299" r:id="rId10"/>
    <p:sldId id="300" r:id="rId11"/>
    <p:sldId id="29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5" autoAdjust="0"/>
    <p:restoredTop sz="94291" autoAdjust="0"/>
  </p:normalViewPr>
  <p:slideViewPr>
    <p:cSldViewPr snapToGrid="0">
      <p:cViewPr varScale="1">
        <p:scale>
          <a:sx n="72" d="100"/>
          <a:sy n="72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7B508D-6B7A-40D9-820C-E71BEB022C75}" type="datetimeFigureOut">
              <a:rPr lang="en-US" smtClean="0"/>
              <a:t>9/10/2018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6D9060-4B83-4C2E-BF9A-79177D3CD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631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9/10/2018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9/10/2018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9/10/2018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9/10/2018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9/10/2018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9/10/2018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9/10/2018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9/10/2018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9/10/2018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9/10/2018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9/10/2018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9/10/2018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9/10/2018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9/10/2018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9/10/2018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9/10/2018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9/10/2018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9/10/2018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D5629-BBBB-48D2-84D8-3843979DA1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BECOMING A FEMALE PYTHONISTA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6350B0-2168-4030-A71D-33F3AF1F27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ADEKANMI OLUWAPEMI</a:t>
            </a:r>
          </a:p>
          <a:p>
            <a:r>
              <a:rPr lang="en-US" dirty="0"/>
              <a:t>PYTHON PROGRAMMER</a:t>
            </a:r>
          </a:p>
          <a:p>
            <a:r>
              <a:rPr lang="en-US" dirty="0"/>
              <a:t>@ </a:t>
            </a:r>
            <a:r>
              <a:rPr lang="en-US" dirty="0" err="1"/>
              <a:t>mary_oluwapemi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140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024BD-931C-4590-8AB1-C6C6944A6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passion…</a:t>
            </a:r>
          </a:p>
        </p:txBody>
      </p:sp>
    </p:spTree>
    <p:extLst>
      <p:ext uri="{BB962C8B-B14F-4D97-AF65-F5344CB8AC3E}">
        <p14:creationId xmlns:p14="http://schemas.microsoft.com/office/powerpoint/2010/main" val="206600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C470FD-D201-4CF5-A86C-ABE1B34C3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46" y="461523"/>
            <a:ext cx="11869908" cy="593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443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80736B-49C7-4EE4-9061-9D6627761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0" y="235744"/>
            <a:ext cx="6386512" cy="638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634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D2B54F-913A-4EC9-9B68-6E12206F5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34" y="152903"/>
            <a:ext cx="5853291" cy="6552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464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0606B-793A-4C84-99C3-62F52C61F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good attitude and lot of positive energy can get you a long way…</a:t>
            </a:r>
          </a:p>
        </p:txBody>
      </p:sp>
    </p:spTree>
    <p:extLst>
      <p:ext uri="{BB962C8B-B14F-4D97-AF65-F5344CB8AC3E}">
        <p14:creationId xmlns:p14="http://schemas.microsoft.com/office/powerpoint/2010/main" val="4278137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89F5F-8AE4-46C5-9AFF-D89C6051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Where are the ladies and why are they so few?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BBDE9E-64F5-4732-9337-4AE36F43204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6332036B-37CC-4AC3-A1B4-D4434071A30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7746" r="17746"/>
          <a:stretch>
            <a:fillRect/>
          </a:stretch>
        </p:blipFill>
        <p:spPr>
          <a:xfrm>
            <a:off x="6547870" y="1157288"/>
            <a:ext cx="3227193" cy="4572000"/>
          </a:xfrm>
        </p:spPr>
      </p:pic>
    </p:spTree>
    <p:extLst>
      <p:ext uri="{BB962C8B-B14F-4D97-AF65-F5344CB8AC3E}">
        <p14:creationId xmlns:p14="http://schemas.microsoft.com/office/powerpoint/2010/main" val="244627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BFC0A-25FA-425E-B083-E735D11C1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 realized that it’s because: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586BB-577A-4DFE-B4D4-CC7DFDA6A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They think it’s not interesting</a:t>
            </a:r>
          </a:p>
          <a:p>
            <a:endParaRPr lang="en-US" dirty="0"/>
          </a:p>
          <a:p>
            <a:r>
              <a:rPr lang="en-US" dirty="0"/>
              <a:t>They are ignorant of the opportunities that lie in tech</a:t>
            </a:r>
          </a:p>
          <a:p>
            <a:endParaRPr lang="en-US" dirty="0"/>
          </a:p>
          <a:p>
            <a:r>
              <a:rPr lang="en-US" dirty="0"/>
              <a:t>They think they won’t be successful in tech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538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3383F-6FBB-4452-8A44-5B8A5EF7F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then can we solve this problem…?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16C50-BE45-463F-9F6C-8F08A67CA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Re-orientation</a:t>
            </a:r>
          </a:p>
          <a:p>
            <a:endParaRPr lang="en-US" dirty="0"/>
          </a:p>
          <a:p>
            <a:r>
              <a:rPr lang="en-US" dirty="0"/>
              <a:t>Rather than blow off the flame, why not ignite the spark</a:t>
            </a:r>
          </a:p>
          <a:p>
            <a:endParaRPr lang="en-US" dirty="0"/>
          </a:p>
          <a:p>
            <a:r>
              <a:rPr lang="en-US" dirty="0"/>
              <a:t>Mentorship</a:t>
            </a:r>
          </a:p>
        </p:txBody>
      </p:sp>
    </p:spTree>
    <p:extLst>
      <p:ext uri="{BB962C8B-B14F-4D97-AF65-F5344CB8AC3E}">
        <p14:creationId xmlns:p14="http://schemas.microsoft.com/office/powerpoint/2010/main" val="403883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7A915-0849-409E-BE89-D45406EF7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is better for everyone when it is designed by everyone!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976AA6-EF02-4273-8388-697C5D8C2D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987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4B6E5E-386B-4064-887C-38DF65657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0403" y="0"/>
            <a:ext cx="5163071" cy="6729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0106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1301</TotalTime>
  <Words>104</Words>
  <Application>Microsoft Office PowerPoint</Application>
  <PresentationFormat>Widescreen</PresentationFormat>
  <Paragraphs>20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Century Gothic</vt:lpstr>
      <vt:lpstr>Wingdings 3</vt:lpstr>
      <vt:lpstr>Ion Boardroom</vt:lpstr>
      <vt:lpstr>BECOMING A FEMALE PYTHONISTA</vt:lpstr>
      <vt:lpstr>My passion…</vt:lpstr>
      <vt:lpstr>PowerPoint Presentation</vt:lpstr>
      <vt:lpstr>PowerPoint Presentation</vt:lpstr>
      <vt:lpstr>PowerPoint Presentation</vt:lpstr>
      <vt:lpstr>A good attitude and lot of positive energy can get you a long way…</vt:lpstr>
      <vt:lpstr>Where are the ladies and why are they so few?</vt:lpstr>
      <vt:lpstr>I realized that it’s because:</vt:lpstr>
      <vt:lpstr>How then can we solve this problem…?</vt:lpstr>
      <vt:lpstr>Technology is better for everyone when it is designed by everyone!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BECOMING A FEMALE PYTHONISTA</dc:title>
  <dc:creator>hp</dc:creator>
  <cp:lastModifiedBy>hp</cp:lastModifiedBy>
  <cp:revision>31</cp:revision>
  <dcterms:created xsi:type="dcterms:W3CDTF">2018-08-30T22:41:41Z</dcterms:created>
  <dcterms:modified xsi:type="dcterms:W3CDTF">2018-09-10T05:09:12Z</dcterms:modified>
</cp:coreProperties>
</file>